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667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766560" y="-548640"/>
            <a:ext cx="3200400" cy="3200400"/>
          </a:xfrm>
          <a:prstGeom prst="ellipse">
            <a:avLst/>
          </a:prstGeom>
          <a:solidFill>
            <a:srgbClr val="1A4FAF">
              <a:alpha val="20000"/>
            </a:srgbClr>
          </a:solidFill>
          <a:ln w="12700">
            <a:solidFill>
              <a:srgbClr val="1A4F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498080" y="548640"/>
            <a:ext cx="1554480" cy="155448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132320" y="3108960"/>
            <a:ext cx="2560320" cy="2286000"/>
          </a:xfrm>
          <a:prstGeom prst="ellipse">
            <a:avLst/>
          </a:prstGeom>
          <a:solidFill>
            <a:srgbClr val="0A7490">
              <a:alpha val="15000"/>
            </a:srgbClr>
          </a:solidFill>
          <a:ln w="12700">
            <a:solidFill>
              <a:srgbClr val="0A74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66928" y="502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de Tests de Ontologías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5669280" cy="45720"/>
          </a:xfrm>
          <a:prstGeom prst="rect">
            <a:avLst/>
          </a:prstGeom>
          <a:solidFill>
            <a:srgbClr val="1A4FAF"/>
          </a:solidFill>
          <a:ln w="12700">
            <a:solidFill>
              <a:srgbClr val="1A4F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1956816" cy="1207008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66928" y="2066544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6928" y="277977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 el corpus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88336" y="2011680"/>
            <a:ext cx="1956816" cy="1207008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688336" y="2066544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688336" y="277977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9744" y="2011680"/>
            <a:ext cx="1956816" cy="1207008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09744" y="2066544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09744" y="277977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SubClassOf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31152" y="2011680"/>
            <a:ext cx="1956816" cy="1207008"/>
          </a:xfrm>
          <a:prstGeom prst="rect">
            <a:avLst/>
          </a:prstGeom>
          <a:solidFill>
            <a:srgbClr val="DC2626">
              <a:alpha val="88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31152" y="2066544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931152" y="277977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disjointWith / equiv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validación: Themis · themis.linkeddata.es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7 Tipos de Test Identificados en el Corpus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92608" y="6583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 partir del análisis de las 572 expresiones de test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92608" y="1005840"/>
            <a:ext cx="219456" cy="493776"/>
          </a:xfrm>
          <a:prstGeom prst="rect">
            <a:avLst/>
          </a:prstGeom>
          <a:solidFill>
            <a:srgbClr val="1A4FAF"/>
          </a:solidFill>
          <a:ln w="12700">
            <a:solidFill>
              <a:srgbClr val="1A4F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03504" y="1060704"/>
            <a:ext cx="365760" cy="365760"/>
          </a:xfrm>
          <a:prstGeom prst="ellipse">
            <a:avLst/>
          </a:prstGeom>
          <a:solidFill>
            <a:srgbClr val="1A4FAF"/>
          </a:solidFill>
          <a:ln w="12700">
            <a:solidFill>
              <a:srgbClr val="1A4F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03504" y="1060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104241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 simple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60704" y="1298448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078992" y="129844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SubClassOf OtraClase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01568" y="10789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Device SubClassOf PhysicalThing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18704" y="1097280"/>
            <a:ext cx="877824" cy="310896"/>
          </a:xfrm>
          <a:prstGeom prst="rect">
            <a:avLst/>
          </a:prstGeom>
          <a:solidFill>
            <a:srgbClr val="1A4FAF"/>
          </a:solidFill>
          <a:ln w="12700">
            <a:solidFill>
              <a:srgbClr val="1A4F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918704" y="1097280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149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1563624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92608" y="1563624"/>
            <a:ext cx="219456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3504" y="161848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3504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0704" y="160020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some  (existencial)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60704" y="1856232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078992" y="185623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SubClassOf prop some OtraClase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01568" y="1636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Thing subclassOf isAccessibleThrough some Link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18704" y="1655064"/>
            <a:ext cx="877824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918704" y="1655064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161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2608" y="2121408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92608" y="2121408"/>
            <a:ext cx="219456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3504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03504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215798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only  (universal)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0704" y="2414016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78992" y="2414016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SubClassOf prop only OtraClase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01568" y="21945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Device subclassOf serialNumber only string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18704" y="2212848"/>
            <a:ext cx="877824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918704" y="2212848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2608" y="2679192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292608" y="2679192"/>
            <a:ext cx="219456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03504" y="2734056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03504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0704" y="27157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Class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60704" y="2971800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078992" y="297180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 type Class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01568" y="27523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Thing type Class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18704" y="2770632"/>
            <a:ext cx="877824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7918704" y="277063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92608" y="3236976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292608" y="3236976"/>
            <a:ext cx="219456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603504" y="32918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603504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60704" y="3273552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 concreta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60704" y="3529584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1078992" y="3529584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 nombrePropiedad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01568" y="3310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Device identifier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18704" y="3328416"/>
            <a:ext cx="87782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7918704" y="332841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92608" y="3794760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292608" y="3794760"/>
            <a:ext cx="219456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603504" y="3849624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603504" y="3849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60704" y="383133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hasProperty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1060704" y="4087368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1078992" y="408736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 hasProperty nombrePropiedad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01568" y="38679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WaterMeter hasProperty hasFabricationNumber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918704" y="3886200"/>
            <a:ext cx="87782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918704" y="3886200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92608" y="4352544"/>
            <a:ext cx="8595360" cy="493776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292608" y="4352544"/>
            <a:ext cx="219456" cy="493776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603504" y="4407408"/>
            <a:ext cx="365760" cy="36576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603504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T7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60704" y="438912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cardinality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060704" y="4645152"/>
            <a:ext cx="221284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1078992" y="464515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SubClassOf prop exactly/min/max N Clase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401568" y="44256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AccessMapping SubClassOf mapsResourcesFrom exactly 1 Link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918704" y="4443984"/>
            <a:ext cx="877824" cy="310896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7918704" y="4443984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Global por Tipo de Test (572 tests totales)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56032" y="713232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7552" y="768096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some  (existencial)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64992" y="804672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364992" y="804672"/>
            <a:ext cx="5120640" cy="292608"/>
          </a:xfrm>
          <a:prstGeom prst="rect">
            <a:avLst/>
          </a:prstGeom>
          <a:solidFill>
            <a:srgbClr val="7C3AED">
              <a:alpha val="9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558784" y="804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28.1%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1298448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4F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3533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 (simple)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1389888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364992" y="1389888"/>
            <a:ext cx="4737959" cy="292608"/>
          </a:xfrm>
          <a:prstGeom prst="rect">
            <a:avLst/>
          </a:prstGeom>
          <a:solidFill>
            <a:srgbClr val="1A4FAF">
              <a:alpha val="95000"/>
            </a:srgbClr>
          </a:solidFill>
          <a:ln w="12700">
            <a:solidFill>
              <a:srgbClr val="1A4F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176103" y="13898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" y="1883664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193852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 concreta (tipo propiedad)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64992" y="1975104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364992" y="1975104"/>
            <a:ext cx="2897444" cy="292608"/>
          </a:xfrm>
          <a:prstGeom prst="rect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35588" y="19751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15.9%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" y="2468880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25237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Class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64992" y="2560320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364992" y="2560320"/>
            <a:ext cx="2678769" cy="292608"/>
          </a:xfrm>
          <a:prstGeom prst="rect">
            <a:avLst/>
          </a:prstGeom>
          <a:solidFill>
            <a:srgbClr val="059669">
              <a:alpha val="9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16913" y="25603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14.7%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3054096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7552" y="310896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only  (universal)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64992" y="3145536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364992" y="3145536"/>
            <a:ext cx="2168527" cy="292608"/>
          </a:xfrm>
          <a:prstGeom prst="rect">
            <a:avLst/>
          </a:prstGeom>
          <a:solidFill>
            <a:srgbClr val="0891B2">
              <a:alpha val="9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606671" y="31455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11.9%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6032" y="3639312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7552" y="3694176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hasProperty  (existencia prop.)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64992" y="3730752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364992" y="3730752"/>
            <a:ext cx="419127" cy="292608"/>
          </a:xfrm>
          <a:prstGeom prst="rect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857271" y="37307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" y="4224528"/>
            <a:ext cx="658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7552" y="427939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 + cardinality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64992" y="4315968"/>
            <a:ext cx="5120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3364992" y="4315968"/>
            <a:ext cx="182229" cy="292608"/>
          </a:xfrm>
          <a:prstGeom prst="rect">
            <a:avLst/>
          </a:prstGeom>
          <a:solidFill>
            <a:srgbClr val="9D174D">
              <a:alpha val="95000"/>
            </a:srgbClr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620373" y="43159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66760" y="685800"/>
            <a:ext cx="54864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8366760" y="7772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66760" y="2011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6676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" y="4663440"/>
            <a:ext cx="8476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Tipos ausentes en el corpus: disjointWith, equivalentTo — ningún test de disjunción ni equivalencia de clases registrado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</Words>
  <Application>Microsoft Office PowerPoint</Application>
  <PresentationFormat>Presentación en pantalla (16:9)</PresentationFormat>
  <Paragraphs>80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del Corpus de Tests de Ontologías</dc:title>
  <dc:subject>PptxGenJS Presentation</dc:subject>
  <dc:creator>PptxGenJS</dc:creator>
  <cp:lastModifiedBy>victox 85</cp:lastModifiedBy>
  <cp:revision>2</cp:revision>
  <dcterms:created xsi:type="dcterms:W3CDTF">2026-02-26T02:11:10Z</dcterms:created>
  <dcterms:modified xsi:type="dcterms:W3CDTF">2026-02-26T02:16:21Z</dcterms:modified>
</cp:coreProperties>
</file>